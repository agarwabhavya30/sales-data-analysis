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B1B4-73E3-D7D3-8DBC-73011B5624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E9F20-1E1F-32D2-36FD-546D4450E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31781-AF20-C29D-ED1A-4A63ECCA7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BDB94-5EC7-60BC-8CF3-1478484F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DC307-81C4-E019-C489-3C0832F6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418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A4ED-8167-BA77-AB72-2759D8A82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1EAB2-C220-1C18-231D-DE7A4444F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4B5BF-18E4-93C3-A254-6E73DFCC7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AD4EA-28CD-E234-DEA0-A4072BC39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C6071-C968-77F2-A979-CEEB44AC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598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F56FB-8FB8-4E05-E4D4-1DA8CC73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1AF2B-2C79-32CD-CFC3-3D0BFF699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EE156-8995-9EF8-86D4-14D14522A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D06AC-45DD-E890-E17C-A0C1F4626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A58D5-EDFB-A0B6-269C-618348F5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79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49A3A-A2D6-1595-ACFA-9654BC344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995DC-6DB5-BC8E-4E7B-5D038996F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7743E-40FE-F91C-C359-214500C5C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7EBB2-2396-9336-C0F6-0BF7E162B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7491C-2695-91AA-2A12-406BC39F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F1EAF-70D0-847F-D964-21FA8FB0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65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CC00D-553A-8D8E-B676-243F5E86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BED54-95BF-DC05-5D39-C8F1EAD4A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51A86-2903-EAC7-D715-5C50F4E40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ADB1C-478F-16EA-24C3-65AD07919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5DC8E-7624-3C08-CE7A-1CCF2AD95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ECC26D-C1CD-018F-0683-5BFB6BD3C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447A0-A456-08FD-7150-311FB74CC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BC4C36-2EB6-94B3-6C8A-82F64A9BF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92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EF4A2-F40B-8F69-0578-75464488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42DAE1-D759-C009-A8D4-0BE761BB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C432A1-D452-E35D-DE38-75162A33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88AB2-55B6-4CCB-5CFC-94B4C30E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341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82A6F-DB3E-109B-2D15-6317BD44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87EDED-7C87-40B4-210E-A13D7578F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0D0F6-D41A-E3D8-1640-F6D98A62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98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58841-B23C-8E6B-DEAB-4D469FD1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395E4-FA80-44D5-2955-87981B20E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47D6F-7CAF-2381-A01A-6B9E482F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4C92C-1ED0-9F64-2B5D-CF99E54A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3C130-1778-774B-5641-B1BCF167A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67EF5-1602-C09C-CB93-97EE9B3E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786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F1AD-5D9B-39DE-C51C-29B39F9F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D2141A-2C5B-FB1D-D898-78DFD5687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6ABD1-24D8-FF4C-396D-6324BF1AF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012EF-CF55-D744-D87D-1A5A0A7E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576AF-543B-71C9-8D72-2C0D82D4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4CC70-9895-FF7C-FAF5-7648F4ED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57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B26F-AEB3-7012-699B-6C3053F04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00B72-4986-350D-14D1-FAC3DBCA6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1AF7-48A5-3119-853C-FDDB5F22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A63EC-109F-BBC1-68B9-FCF1105FE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37E72-6C74-4E9C-B098-9B2F1EF0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96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EA67F-5539-599F-86FF-395EB3F00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A8603-6CC9-1131-4E99-1BCE61D4D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7407E-536B-A943-A06B-D3FC06C63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675D8-F732-5810-140C-261AC754C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20AA4-E85E-D0A9-040B-C57A650DF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92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596C2-5719-CEA0-D984-440E3134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42340-87B1-3B27-3B40-CB67034C9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D2DDA-3D73-5D3A-A7F5-BA3367C22A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3E45C-CBA5-4A68-A74F-816EB65A1BAA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384DD-11DF-32B5-8CCF-5F07089F68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75F0B-959F-04DE-0DE2-14A4BDAA3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7FF8C1-C049-4F93-BDD0-5AA2D0045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034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6441B-7691-2411-CB14-9CD4262A34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A630-1814-A8D1-EE5D-A86D7683D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E55E7-9083-7F04-478D-0D3FDAC80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745" y="0"/>
            <a:ext cx="12215745" cy="684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41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91F6B7-F912-EE6B-2729-DEB339A2E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2" y="0"/>
            <a:ext cx="121589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5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FEA2D3-E9EC-6823-BA28-D553B039A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0" y="0"/>
            <a:ext cx="121367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86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CCA567-C080-F96E-DDD2-FBE9BCDEB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4" y="32863"/>
            <a:ext cx="12117491" cy="679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192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B71BC4-DB42-70B7-2C50-DAB61460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8100"/>
            <a:ext cx="12102350" cy="685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4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08254-1A61-F116-6700-FBB8567A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63"/>
            <a:ext cx="12192000" cy="688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58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EB134-F205-3D35-C56B-9C3E21D44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3337"/>
            <a:ext cx="12126166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4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5B47DB-2BD7-CDC5-07DF-CB8920F13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02350" cy="678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32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555CE-58BF-2597-3A83-781ACBAC3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9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72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F87D53-370C-EDF0-0AB1-8808ED189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37"/>
            <a:ext cx="12192000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23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62ECB4-1481-4847-9EB0-3FC111898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0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96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1DD5A-ED54-BF7D-3C41-117404C61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04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79D77-8BD3-E2C7-ECE6-437EE8D15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5"/>
            <a:ext cx="12192000" cy="685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85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FECE14-ED1E-4527-2E6E-B6F41475A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59"/>
            <a:ext cx="12192000" cy="684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30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Agarwal</dc:creator>
  <cp:lastModifiedBy>Bhavya Agarwal</cp:lastModifiedBy>
  <cp:revision>2</cp:revision>
  <dcterms:created xsi:type="dcterms:W3CDTF">2025-11-04T12:20:55Z</dcterms:created>
  <dcterms:modified xsi:type="dcterms:W3CDTF">2025-11-04T12:22:50Z</dcterms:modified>
</cp:coreProperties>
</file>